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1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6F76C-EE33-0D88-4D1A-5FDB99C1C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1ABADF-6969-CFA5-5318-B3ACC3F41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46782-54E1-773C-E962-1214DC15F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9C48C-4311-402C-4038-69652F1A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926B1-A1DB-F5A2-4DEE-C948E07D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3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5AF47-56BA-A283-9A88-DADECDB1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8A683-D73E-318A-377B-A69B8B6D5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1F41E-D7BF-1EEB-D7B9-EF1BC95C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77DD2-9F39-DB10-39AF-F0E79E59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2CD87-8881-7F76-A575-AD88DD7E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1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BB10-157E-6762-BBAD-FAA0DCC4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566C8-EA82-05C8-58E8-BB7F59194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AF544-A50D-E21F-C68A-45C716E2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96D7D-7DE0-30CC-D2FF-9453024E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B440A-7770-09DB-9D03-D3ABD5495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3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1F50-F043-3FE5-A00D-4E7697308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CDAED-E566-D132-804B-B7565F769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26184-C76E-087B-1223-96B4B975A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6639C-32E8-A828-2CB7-6D01E0C6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79723-0672-1125-E543-F214DB02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6369B-49E5-58F1-EC00-E83FDC1E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95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166C0-8F9C-EDAF-2A64-910103853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C4481-A556-7EC8-11DE-5DF441492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51476-120C-F179-C825-8F9F1CCB1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E72C74-5D4B-8152-4826-8039181D5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48CE5-5232-FA02-3F4E-7F3314453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641385-7706-0783-9DF0-1E1DA05D7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30ACE-F6C9-EA5D-056E-E7B4C317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C62291-ED25-22A3-832C-9E26C0E8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5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EBAC-1959-C258-E067-11EA3C09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CCCB8-02A6-E314-6D58-5E60D7F2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7978C-1CB0-4410-C87E-FB5D5358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F8384-A3DA-E815-0F16-9EB7507B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8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51BE9-FD4E-2D61-8787-ABCBB819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FD927-0177-87B7-DE3E-CE532A41D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2EEDF-32A8-BBA5-D016-B1AF3309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60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F432E-0595-611D-B123-E3BD31117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5037E-9D10-B608-033A-27562FBCB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C9888-174B-E8AD-62B1-FBD4A1852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0D015-DC69-2104-DD6B-7BAB32419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714DD-C00E-E9AC-9882-7419F00F2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45263-C777-0AE1-5C4E-1D2C07E9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34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0673-A1F4-0BD6-B0E3-A808F71F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16BF8A-39E3-ABBF-5BB6-094B3BB77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FC376-272C-BDE8-295C-0BD533B0F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BD2C8-54CE-6267-291C-424B5A6CD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87E44-4AE2-AD9A-1DEC-045F606B4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8E3D2-530A-AB85-7DA4-9159AF44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854E4-D8EF-389E-A748-1D6F606F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1B453-46E8-E484-E03B-900231A4C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4E4EC-A94D-F13F-C366-58BBF0206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9B30F-8693-1D3C-F740-A9204AA9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032F5-BB32-FECA-B6E6-38F0367A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6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FF64AC-725B-0374-2318-7086A7729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07E5-0F41-AE06-13F0-D9DCCBEA5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2B48F-69AE-45A5-948B-3251CACC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1F15F-26E2-3D07-711C-0C6E6EAE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F25A7-87DC-D74A-1573-484D2F77F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38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D9F1F-4E37-EC2D-5619-9AEC8104E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2E37B-6E08-CECC-84E0-9B26E2852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7DA68-EDC9-38BE-C182-C1E0FA868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0CEC0-B44E-465A-A240-8A2AC06240A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85860-A029-2050-D0C4-9D8643BEC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E0BE0-0E49-F876-747C-1CC4D0D77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E0203-4A97-44D7-81ED-9936E2A39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5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8F5FE-4B69-190A-4941-1F94554D3D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77470-D0F2-7A91-0A68-3A2B60F060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38A4B-B173-B3C7-D2BB-BC2C0C898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7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5033E-761D-0EF1-7A40-A1EBED8C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73F20D-84A7-38A7-1A67-24A4DA1EA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4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6F80-2F09-AF04-A4D1-3818CD62F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0C88A9-3A72-8709-9500-B0DB40094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7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D8AE-507D-1B66-52D9-54799D069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72C017-36F4-6AF0-811A-576697F1A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25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B7C9-52DF-B9B9-0518-E3DF9A2D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16B02A-C674-7FFE-CCE4-3690422D0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35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FECAF-875B-6C30-964D-07693AEB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1D6D74-E57A-1176-73DC-91392B421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446" y="0"/>
            <a:ext cx="12215446" cy="687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93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5203-ECB6-FB23-AFC2-B33962882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B315E1-409E-611B-E236-ED22565AE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69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67DAD-61CA-496E-427E-6B864EEFC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E295C3-81BB-879A-9652-C83A443AF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79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FF66-D95D-941A-8C79-0B9FC2BEA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DE18E2-0098-385E-8859-D9AFFD0A9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26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61B2-A296-8E6E-037D-0BFC0C151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EC159F-1A67-B249-E282-7FB53337D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26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657A-85BF-37C2-7B7B-E9FEF6F8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42226E-9177-83AD-387F-A06556B26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33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9437E-88C5-1681-8094-0C37C492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0C61CD-5ADF-A054-95BB-3AD404071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79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F03AA-F1FE-7310-4A77-331EE0C7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1388E4-997A-C6BE-187A-82EBD8124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68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EC1A-4441-530F-19CB-17B21F8A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94A3EC-04F4-B618-4D37-8D85D6062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9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Tawhidul Hasan</dc:creator>
  <cp:lastModifiedBy>Tawhidul Hasan</cp:lastModifiedBy>
  <cp:revision>3</cp:revision>
  <dcterms:created xsi:type="dcterms:W3CDTF">2026-08-15T06:32:19Z</dcterms:created>
  <dcterms:modified xsi:type="dcterms:W3CDTF">2026-08-15T07:03:54Z</dcterms:modified>
</cp:coreProperties>
</file>